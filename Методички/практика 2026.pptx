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62D09-8CBD-CB1B-8B51-B2B41EFC3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A0A9F-CEB7-05F9-5D51-EED5C2290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37319-315E-316A-E678-B173F11CF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B7930-F081-BF50-109E-F91C3BC5E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FFD22-A92F-3C2C-D468-A4D4E570B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96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40F0-C3B4-B553-3DDA-659E2C88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55FC7-3789-1845-DF60-9EB5D7F8B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31420-38A3-A998-3A29-BE141EC2D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BF385-7478-BBA1-5401-E8883B0D6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63AD8-016F-5888-918C-8F39C966F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72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F0635-C3CE-7192-E2F9-F81504E2B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13F7B-E624-F2A0-7A19-063B78DC1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A0788-1EB7-D911-50B6-78204777A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8297D-66DA-3C34-4DD4-BB2E16B3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AD99B-ECE3-0479-5040-C1150BA76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270F2-856E-5A5D-DD13-C9EF38E24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85DAA-D1AC-834F-6093-4C608A4F57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CCA6E-7BB0-C826-4029-A7D5B2333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9309E8-B87E-2D34-C6AA-114F33357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50F386-4D7F-7BC9-6231-E5976549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56DEAE-2DAF-7C82-E70F-4230F253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0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F1AF3-5710-92E4-3EAF-76CF3119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9B9CE-DEC7-DF75-D638-D49E18C7F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ADD53-825E-CD2C-3FB1-4DA36B307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0356F-9860-591C-A7CD-45866CC68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CC7117-E187-B117-BF8B-91C09B257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2CB4F4-7433-70A6-4239-5BC96DF26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6D6CDC-BF45-0464-CDDA-A085E869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E3DBF8-F495-D229-EA9B-6A7DD4DE3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198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8DB11-6F3A-C8CF-889E-18A65575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2DC616-84CB-5E9E-189B-C50752B5B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5B44E-B980-3FA4-5E80-F6A5055B7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976CB-9541-E039-E45B-6C5A54AF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5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6B6500-23EB-A22A-6EBE-E0D69205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1224C-2482-B564-B7B4-4761CEAD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48634-DA07-0421-0673-D5D6BBBF7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440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A57E-687E-48F1-7224-8096B48DC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0B135-47C6-F077-BD01-30EB111E6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30EBD-FDBA-5397-6C70-3D50D8B221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6850AF-6728-059D-DBAE-B873814E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F5FAFF-E01C-EE18-C5F1-0276B105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CFAB0-50CF-A098-02E8-6644EB3E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84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9AF4E-D3CE-8D18-6F71-B4F8057E3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BFA50F-94D7-43DF-2B52-C2BED4304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91DA5E-1D62-54AC-10EF-4053DBF06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04A3A-30D7-81E8-1EFD-29352470F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0A9D0-8D57-1056-63AD-64C44869D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F76BF-8D6F-67A3-E47F-70C2479BB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47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F7F08-59C4-0E16-75BD-0ECEE7E06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F948-8C2B-340A-35FB-15A80AE4F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55CFE-14A0-B919-FB31-407436F5C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17A0B-C6DC-C1F7-4020-A36A134A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38F6D-A72E-D45E-8284-31AEB68B2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86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AFEFC3-ADCC-8646-1002-6EC1A69288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34F62-150B-4F49-346A-4BDF98959F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DD7E8-3614-B767-BF6E-DC11E1516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DF3E4-597A-CF77-A771-4ECED850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0E883-2B40-9F2F-ECDA-58D2F41E6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78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D1B5FE-6D60-C2DA-B543-B1EEF27E2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0ADF5-8820-B43F-EA45-BC303F7F3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35A8E-F875-E202-B0FD-4044E53358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047636-33CE-4E5C-9CD0-A441E46D0C0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D9464-FCE5-E893-9F12-08FC3C676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65B0C-87CD-628E-2283-D56E89934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35F3B-2BE0-4F68-967B-2C964B5663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84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ED1A5-620C-C236-5C8C-D17A358325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27467"/>
            <a:ext cx="11430000" cy="5498420"/>
          </a:xfrm>
        </p:spPr>
        <p:txBody>
          <a:bodyPr>
            <a:noAutofit/>
          </a:bodyPr>
          <a:lstStyle/>
          <a:p>
            <a:r>
              <a:rPr lang="uk-UA" sz="3600" b="1" dirty="0"/>
              <a:t>Переддипломна виробнича практика </a:t>
            </a:r>
          </a:p>
          <a:p>
            <a:r>
              <a:rPr lang="uk-UA" sz="3600" dirty="0">
                <a:effectLst/>
                <a:ea typeface="Calibri" panose="020F0502020204030204" pitchFamily="34" charset="0"/>
              </a:rPr>
              <a:t>з </a:t>
            </a:r>
            <a:r>
              <a:rPr lang="uk-UA" sz="3600" u="sng" dirty="0">
                <a:effectLst/>
                <a:ea typeface="Calibri" panose="020F0502020204030204" pitchFamily="34" charset="0"/>
              </a:rPr>
              <a:t>13.04.2026</a:t>
            </a:r>
            <a:r>
              <a:rPr lang="uk-UA" sz="3600" dirty="0">
                <a:effectLst/>
                <a:ea typeface="Calibri" panose="020F0502020204030204" pitchFamily="34" charset="0"/>
              </a:rPr>
              <a:t>  по  </a:t>
            </a:r>
            <a:r>
              <a:rPr lang="uk-UA" sz="3600" u="sng" dirty="0">
                <a:effectLst/>
                <a:ea typeface="Calibri" panose="020F0502020204030204" pitchFamily="34" charset="0"/>
              </a:rPr>
              <a:t>10.05.2026 </a:t>
            </a:r>
            <a:r>
              <a:rPr lang="uk-UA" sz="3600" dirty="0">
                <a:effectLst/>
                <a:ea typeface="Calibri" panose="020F0502020204030204" pitchFamily="34" charset="0"/>
              </a:rPr>
              <a:t>(денна форма)</a:t>
            </a:r>
          </a:p>
          <a:p>
            <a:r>
              <a:rPr lang="uk-UA" sz="3600" dirty="0">
                <a:ea typeface="Calibri" panose="020F0502020204030204" pitchFamily="34" charset="0"/>
              </a:rPr>
              <a:t>з </a:t>
            </a:r>
            <a:r>
              <a:rPr lang="uk-UA" sz="3600" u="sng" dirty="0">
                <a:ea typeface="Calibri" panose="020F0502020204030204" pitchFamily="34" charset="0"/>
              </a:rPr>
              <a:t>13.04.2026</a:t>
            </a:r>
            <a:r>
              <a:rPr lang="uk-UA" sz="3600" dirty="0">
                <a:ea typeface="Calibri" panose="020F0502020204030204" pitchFamily="34" charset="0"/>
              </a:rPr>
              <a:t>  по  </a:t>
            </a:r>
            <a:r>
              <a:rPr lang="uk-UA" sz="3600" u="sng" dirty="0">
                <a:ea typeface="Calibri" panose="020F0502020204030204" pitchFamily="34" charset="0"/>
              </a:rPr>
              <a:t>08.05.2026 </a:t>
            </a:r>
            <a:r>
              <a:rPr lang="uk-UA" sz="3600" dirty="0">
                <a:ea typeface="Calibri" panose="020F0502020204030204" pitchFamily="34" charset="0"/>
              </a:rPr>
              <a:t>(заочна форма)</a:t>
            </a:r>
          </a:p>
          <a:p>
            <a:endParaRPr lang="uk-UA" sz="3600" dirty="0">
              <a:effectLst/>
              <a:ea typeface="Calibri" panose="020F0502020204030204" pitchFamily="34" charset="0"/>
            </a:endParaRPr>
          </a:p>
          <a:p>
            <a:endParaRPr lang="uk-UA" sz="3600" u="sng" dirty="0">
              <a:effectLst/>
              <a:ea typeface="Calibri" panose="020F0502020204030204" pitchFamily="34" charset="0"/>
            </a:endParaRPr>
          </a:p>
          <a:p>
            <a:r>
              <a:rPr lang="uk-UA" sz="3600" dirty="0">
                <a:effectLst/>
                <a:ea typeface="Calibri" panose="020F0502020204030204" pitchFamily="34" charset="0"/>
              </a:rPr>
              <a:t>Звіт з переддипломної практики= перший </a:t>
            </a:r>
            <a:r>
              <a:rPr lang="uk-UA" sz="3600" dirty="0" err="1">
                <a:effectLst/>
                <a:ea typeface="Calibri" panose="020F0502020204030204" pitchFamily="34" charset="0"/>
              </a:rPr>
              <a:t>передзахист</a:t>
            </a:r>
            <a:r>
              <a:rPr lang="uk-UA" sz="3600" dirty="0">
                <a:effectLst/>
                <a:ea typeface="Calibri" panose="020F0502020204030204" pitchFamily="34" charset="0"/>
              </a:rPr>
              <a:t> дипломної роботи з</a:t>
            </a:r>
            <a:r>
              <a:rPr lang="uk-UA" sz="3600" u="sng" dirty="0">
                <a:ea typeface="Calibri" panose="020F0502020204030204" pitchFamily="34" charset="0"/>
              </a:rPr>
              <a:t> 08</a:t>
            </a:r>
            <a:r>
              <a:rPr lang="uk-UA" sz="3600" u="sng" dirty="0">
                <a:effectLst/>
                <a:ea typeface="Calibri" panose="020F0502020204030204" pitchFamily="34" charset="0"/>
              </a:rPr>
              <a:t>.05.2026 </a:t>
            </a:r>
            <a:r>
              <a:rPr lang="uk-UA" sz="3600" dirty="0">
                <a:effectLst/>
                <a:ea typeface="Calibri" panose="020F0502020204030204" pitchFamily="34" charset="0"/>
              </a:rPr>
              <a:t>по </a:t>
            </a:r>
            <a:r>
              <a:rPr lang="uk-UA" sz="3600" u="sng" dirty="0">
                <a:effectLst/>
                <a:ea typeface="Calibri" panose="020F0502020204030204" pitchFamily="34" charset="0"/>
              </a:rPr>
              <a:t>10.05.2026</a:t>
            </a:r>
          </a:p>
          <a:p>
            <a:endParaRPr lang="uk-UA" sz="3600" dirty="0">
              <a:effectLst/>
              <a:ea typeface="Calibri" panose="020F0502020204030204" pitchFamily="34" charset="0"/>
            </a:endParaRPr>
          </a:p>
          <a:p>
            <a:r>
              <a:rPr lang="uk-UA" sz="3600" dirty="0">
                <a:effectLst/>
                <a:latin typeface="+mj-lt"/>
                <a:ea typeface="Calibri" panose="020F0502020204030204" pitchFamily="34" charset="0"/>
              </a:rPr>
              <a:t> спеціальності 122 Комп'ютерні науки</a:t>
            </a:r>
          </a:p>
          <a:p>
            <a:r>
              <a:rPr lang="uk-UA" sz="3600" dirty="0">
                <a:effectLst/>
                <a:latin typeface="+mj-lt"/>
                <a:ea typeface="Calibri" panose="020F0502020204030204" pitchFamily="34" charset="0"/>
              </a:rPr>
              <a:t>спеціальності121 Інженерія програмного забезпечення</a:t>
            </a:r>
            <a:endParaRPr lang="en-US" sz="3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6509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D4207-0148-8B75-F9A4-F768C707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CEC935-2C94-BA02-670A-10818879523A}"/>
              </a:ext>
            </a:extLst>
          </p:cNvPr>
          <p:cNvSpPr txBox="1"/>
          <p:nvPr/>
        </p:nvSpPr>
        <p:spPr>
          <a:xfrm>
            <a:off x="1426028" y="968829"/>
            <a:ext cx="85779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База практики</a:t>
            </a:r>
          </a:p>
          <a:p>
            <a:r>
              <a:rPr lang="uk-U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УДУНТ, </a:t>
            </a:r>
          </a:p>
          <a:p>
            <a:r>
              <a:rPr lang="uk-U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ННІ УДХТУ, </a:t>
            </a:r>
          </a:p>
          <a:p>
            <a:r>
              <a:rPr lang="uk-U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кафедра ІС</a:t>
            </a:r>
          </a:p>
          <a:p>
            <a:r>
              <a:rPr lang="uk-U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r>
              <a:rPr lang="uk-UA" sz="3600" b="1" dirty="0">
                <a:latin typeface="Times New Roman" panose="02020603050405020304" pitchFamily="18" charset="0"/>
                <a:ea typeface="Calibri" panose="020F0502020204030204" pitchFamily="34" charset="0"/>
              </a:rPr>
              <a:t>К</a:t>
            </a:r>
            <a:r>
              <a:rPr lang="uk-UA" sz="36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ерівники практики- </a:t>
            </a:r>
          </a:p>
          <a:p>
            <a:r>
              <a:rPr lang="uk-UA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керівники дипломних робіт </a:t>
            </a:r>
            <a:endParaRPr lang="uk-UA" sz="3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171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A359-BDE4-BF79-746C-F019FA917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8C7B105-5B6C-8875-BD64-E2A8B34FA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151265"/>
            <a:ext cx="11430000" cy="5988277"/>
          </a:xfrm>
        </p:spPr>
        <p:txBody>
          <a:bodyPr>
            <a:normAutofit fontScale="92500" lnSpcReduction="20000"/>
          </a:bodyPr>
          <a:lstStyle/>
          <a:p>
            <a:r>
              <a:rPr lang="uk-UA" sz="3600" b="1" dirty="0">
                <a:effectLst/>
                <a:ea typeface="Calibri" panose="020F0502020204030204" pitchFamily="34" charset="0"/>
              </a:rPr>
              <a:t>Вимоги до звіту з переддипломної виробничої практики</a:t>
            </a:r>
            <a:r>
              <a:rPr lang="uk-UA" sz="3600" dirty="0">
                <a:effectLst/>
                <a:ea typeface="Calibri" panose="020F0502020204030204" pitchFamily="34" charset="0"/>
              </a:rPr>
              <a:t>= </a:t>
            </a:r>
          </a:p>
          <a:p>
            <a:r>
              <a:rPr lang="uk-UA" sz="3600" dirty="0">
                <a:effectLst/>
                <a:ea typeface="Calibri" panose="020F0502020204030204" pitchFamily="34" charset="0"/>
              </a:rPr>
              <a:t>перший </a:t>
            </a:r>
            <a:r>
              <a:rPr lang="uk-UA" sz="3600" dirty="0" err="1">
                <a:effectLst/>
                <a:ea typeface="Calibri" panose="020F0502020204030204" pitchFamily="34" charset="0"/>
              </a:rPr>
              <a:t>передзахист</a:t>
            </a:r>
            <a:r>
              <a:rPr lang="uk-UA" sz="3600" dirty="0">
                <a:effectLst/>
                <a:ea typeface="Calibri" panose="020F0502020204030204" pitchFamily="34" charset="0"/>
              </a:rPr>
              <a:t> дипломної роботи </a:t>
            </a:r>
          </a:p>
          <a:p>
            <a:r>
              <a:rPr lang="uk-UA" sz="3600" dirty="0">
                <a:ea typeface="Calibri" panose="020F0502020204030204" pitchFamily="34" charset="0"/>
              </a:rPr>
              <a:t>з</a:t>
            </a:r>
            <a:r>
              <a:rPr lang="uk-UA" sz="3600" u="sng" dirty="0">
                <a:ea typeface="Calibri" panose="020F0502020204030204" pitchFamily="34" charset="0"/>
              </a:rPr>
              <a:t> 08.05.2026 </a:t>
            </a:r>
            <a:r>
              <a:rPr lang="uk-UA" sz="3600" dirty="0">
                <a:ea typeface="Calibri" panose="020F0502020204030204" pitchFamily="34" charset="0"/>
              </a:rPr>
              <a:t>по </a:t>
            </a:r>
            <a:r>
              <a:rPr lang="uk-UA" sz="3600" u="sng" dirty="0">
                <a:ea typeface="Calibri" panose="020F0502020204030204" pitchFamily="34" charset="0"/>
              </a:rPr>
              <a:t>10.05.2026</a:t>
            </a:r>
          </a:p>
          <a:p>
            <a:endParaRPr lang="uk-UA" sz="3900" dirty="0">
              <a:effectLst/>
              <a:ea typeface="Calibri" panose="020F0502020204030204" pitchFamily="34" charset="0"/>
            </a:endParaRPr>
          </a:p>
          <a:p>
            <a:pPr algn="just"/>
            <a:r>
              <a:rPr lang="uk-UA" sz="3900" dirty="0">
                <a:ea typeface="Calibri" panose="020F0502020204030204" pitchFamily="34" charset="0"/>
              </a:rPr>
              <a:t>-Виконати два розділи дипломної роботи </a:t>
            </a:r>
          </a:p>
          <a:p>
            <a:pPr algn="just"/>
            <a:r>
              <a:rPr lang="en-US" sz="3900" dirty="0">
                <a:ea typeface="Calibri" panose="020F0502020204030204" pitchFamily="34" charset="0"/>
              </a:rPr>
              <a:t>       </a:t>
            </a:r>
            <a:r>
              <a:rPr lang="uk-UA" sz="3900" dirty="0">
                <a:ea typeface="Calibri" panose="020F0502020204030204" pitchFamily="34" charset="0"/>
              </a:rPr>
              <a:t>1 ЗАГАЛЬНИЙ РОЗДІЛ, 2 СПЕЦІАЛЬНИЙ РОЗДІЛ </a:t>
            </a:r>
          </a:p>
          <a:p>
            <a:pPr algn="just"/>
            <a:r>
              <a:rPr lang="uk-UA" sz="3900" dirty="0">
                <a:ea typeface="Calibri" panose="020F0502020204030204" pitchFamily="34" charset="0"/>
              </a:rPr>
              <a:t>-Виконати опис створеного програмного продукту</a:t>
            </a:r>
          </a:p>
          <a:p>
            <a:pPr algn="just"/>
            <a:r>
              <a:rPr lang="uk-UA" sz="3900" dirty="0">
                <a:effectLst/>
                <a:ea typeface="Calibri" panose="020F0502020204030204" pitchFamily="34" charset="0"/>
              </a:rPr>
              <a:t>-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Підготувати</a:t>
            </a:r>
            <a:r>
              <a:rPr lang="ru-RU" sz="3900" dirty="0">
                <a:effectLst/>
                <a:ea typeface="Calibri" panose="020F0502020204030204" pitchFamily="34" charset="0"/>
              </a:rPr>
              <a:t>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презентацію</a:t>
            </a:r>
            <a:r>
              <a:rPr lang="ru-RU" sz="3900" dirty="0">
                <a:effectLst/>
                <a:ea typeface="Calibri" panose="020F0502020204030204" pitchFamily="34" charset="0"/>
              </a:rPr>
              <a:t>, яка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містить</a:t>
            </a:r>
            <a:r>
              <a:rPr lang="ru-RU" sz="3900" dirty="0">
                <a:effectLst/>
                <a:ea typeface="Calibri" panose="020F0502020204030204" pitchFamily="34" charset="0"/>
              </a:rPr>
              <a:t>: предмет,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об'єкт</a:t>
            </a:r>
            <a:r>
              <a:rPr lang="ru-RU" sz="3900" dirty="0">
                <a:effectLst/>
                <a:ea typeface="Calibri" panose="020F0502020204030204" pitchFamily="34" charset="0"/>
              </a:rPr>
              <a:t>, мету, </a:t>
            </a:r>
            <a:r>
              <a:rPr lang="en-US" sz="3900" dirty="0">
                <a:effectLst/>
                <a:ea typeface="Calibri" panose="020F0502020204030204" pitchFamily="34" charset="0"/>
              </a:rPr>
              <a:t>      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засоби</a:t>
            </a:r>
            <a:r>
              <a:rPr lang="ru-RU" sz="3900" dirty="0">
                <a:effectLst/>
                <a:ea typeface="Calibri" panose="020F0502020204030204" pitchFamily="34" charset="0"/>
              </a:rPr>
              <a:t>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розробки</a:t>
            </a:r>
            <a:r>
              <a:rPr lang="ru-RU" sz="3900" dirty="0">
                <a:effectLst/>
                <a:ea typeface="Calibri" panose="020F0502020204030204" pitchFamily="34" charset="0"/>
              </a:rPr>
              <a:t> та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використане</a:t>
            </a:r>
            <a:r>
              <a:rPr lang="ru-RU" sz="3900" dirty="0">
                <a:effectLst/>
                <a:ea typeface="Calibri" panose="020F0502020204030204" pitchFamily="34" charset="0"/>
              </a:rPr>
              <a:t>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забезпечення</a:t>
            </a:r>
            <a:r>
              <a:rPr lang="ru-RU" sz="3900" dirty="0">
                <a:effectLst/>
                <a:ea typeface="Calibri" panose="020F0502020204030204" pitchFamily="34" charset="0"/>
              </a:rPr>
              <a:t> (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математичне</a:t>
            </a:r>
            <a:r>
              <a:rPr lang="ru-RU" sz="3900" dirty="0">
                <a:effectLst/>
                <a:ea typeface="Calibri" panose="020F0502020204030204" pitchFamily="34" charset="0"/>
              </a:rPr>
              <a:t>, </a:t>
            </a:r>
            <a:r>
              <a:rPr lang="en-US" sz="3900" dirty="0">
                <a:effectLst/>
                <a:ea typeface="Calibri" panose="020F0502020204030204" pitchFamily="34" charset="0"/>
              </a:rPr>
              <a:t>    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програмне</a:t>
            </a:r>
            <a:r>
              <a:rPr lang="ru-RU" sz="3900" dirty="0">
                <a:effectLst/>
                <a:ea typeface="Calibri" panose="020F0502020204030204" pitchFamily="34" charset="0"/>
              </a:rPr>
              <a:t>,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алгоритмічне</a:t>
            </a:r>
            <a:r>
              <a:rPr lang="ru-RU" sz="3900" dirty="0">
                <a:effectLst/>
                <a:ea typeface="Calibri" panose="020F0502020204030204" pitchFamily="34" charset="0"/>
              </a:rPr>
              <a:t>,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інформаційне</a:t>
            </a:r>
            <a:r>
              <a:rPr lang="ru-RU" sz="3900" dirty="0">
                <a:effectLst/>
                <a:ea typeface="Calibri" panose="020F0502020204030204" pitchFamily="34" charset="0"/>
              </a:rPr>
              <a:t>). </a:t>
            </a:r>
            <a:endParaRPr lang="en-US" sz="3900" dirty="0">
              <a:effectLst/>
              <a:ea typeface="Calibri" panose="020F0502020204030204" pitchFamily="34" charset="0"/>
            </a:endParaRPr>
          </a:p>
          <a:p>
            <a:pPr algn="just"/>
            <a:r>
              <a:rPr lang="ru-RU" sz="3900" dirty="0">
                <a:effectLst/>
                <a:ea typeface="Calibri" panose="020F0502020204030204" pitchFamily="34" charset="0"/>
              </a:rPr>
              <a:t>-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Продемонструвати</a:t>
            </a:r>
            <a:r>
              <a:rPr lang="ru-RU" sz="3900" dirty="0">
                <a:effectLst/>
                <a:ea typeface="Calibri" panose="020F0502020204030204" pitchFamily="34" charset="0"/>
              </a:rPr>
              <a:t>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створений</a:t>
            </a:r>
            <a:r>
              <a:rPr lang="ru-RU" sz="3900" dirty="0">
                <a:effectLst/>
                <a:ea typeface="Calibri" panose="020F0502020204030204" pitchFamily="34" charset="0"/>
              </a:rPr>
              <a:t> </a:t>
            </a:r>
            <a:r>
              <a:rPr lang="ru-RU" sz="3900" dirty="0" err="1">
                <a:effectLst/>
                <a:ea typeface="Calibri" panose="020F0502020204030204" pitchFamily="34" charset="0"/>
              </a:rPr>
              <a:t>програмний</a:t>
            </a:r>
            <a:r>
              <a:rPr lang="ru-RU" sz="3900" dirty="0">
                <a:effectLst/>
                <a:ea typeface="Calibri" panose="020F0502020204030204" pitchFamily="34" charset="0"/>
              </a:rPr>
              <a:t> продукт</a:t>
            </a:r>
            <a:endParaRPr lang="uk-UA" sz="39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06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18BC9-BD89-0680-3890-39777A11A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DF528D6-CB4C-E6C1-291A-27E21BDC10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572" y="456066"/>
            <a:ext cx="11430000" cy="549842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uk-UA" sz="3600" dirty="0">
                <a:ea typeface="Calibri" panose="020F0502020204030204" pitchFamily="34" charset="0"/>
              </a:rPr>
              <a:t>Під час підготовки </a:t>
            </a:r>
            <a:r>
              <a:rPr lang="uk-UA" sz="3600" dirty="0">
                <a:effectLst/>
                <a:ea typeface="Calibri" panose="020F0502020204030204" pitchFamily="34" charset="0"/>
              </a:rPr>
              <a:t>звіту з переддипломної виробничої практики керуватися методичними вказівками,  шаблонами титульної сторінки та індивідуального завдання.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uk-UA" sz="3600" dirty="0">
                <a:ea typeface="Calibri" panose="020F0502020204030204" pitchFamily="34" charset="0"/>
              </a:rPr>
              <a:t>Щоденник практики НЕ заповнюється, </a:t>
            </a:r>
            <a:endParaRPr lang="en-US" sz="3600" dirty="0"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uk-UA" sz="3600" dirty="0">
                <a:ea typeface="Calibri" panose="020F0502020204030204" pitchFamily="34" charset="0"/>
              </a:rPr>
              <a:t>до звіту НЕ включається.</a:t>
            </a:r>
            <a:endParaRPr lang="uk-UA" sz="3600" dirty="0">
              <a:effectLst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615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A0D68-2521-E702-0CB5-2D9D5384E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F31E9-930B-9016-67B9-6762DCD48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14" y="0"/>
            <a:ext cx="10034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38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5C3EBF9-2E56-30D7-7E18-EC34CE3FCDDA}"/>
              </a:ext>
            </a:extLst>
          </p:cNvPr>
          <p:cNvSpPr txBox="1"/>
          <p:nvPr/>
        </p:nvSpPr>
        <p:spPr>
          <a:xfrm>
            <a:off x="228601" y="130630"/>
            <a:ext cx="11800114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sz="2800" b="1" dirty="0"/>
              <a:t>Зустріч факультету з приводу вступу в магістратуру</a:t>
            </a:r>
          </a:p>
          <a:p>
            <a:endParaRPr lang="uk-UA" sz="2800" noProof="0" dirty="0"/>
          </a:p>
          <a:p>
            <a:r>
              <a:rPr lang="uk-UA" sz="2800" noProof="0" dirty="0"/>
              <a:t>14.04.26 о 17:00 відбудеться онлайн зустріч</a:t>
            </a:r>
            <a:r>
              <a:rPr lang="uk-UA" sz="2800" dirty="0"/>
              <a:t>, </a:t>
            </a:r>
            <a:r>
              <a:rPr lang="uk-UA" sz="2800" noProof="0" dirty="0"/>
              <a:t> на якій будуть розглядатися наступні питання:</a:t>
            </a:r>
          </a:p>
          <a:p>
            <a:r>
              <a:rPr lang="uk-UA" sz="2800" noProof="0" dirty="0"/>
              <a:t>1. Для чого потрібна магістратура і як до неї потрапити на бюджет.</a:t>
            </a:r>
          </a:p>
          <a:p>
            <a:r>
              <a:rPr lang="uk-UA" sz="2800" noProof="0" dirty="0"/>
              <a:t>2. Якщо студент за кордоном - як вступити до магістратури.</a:t>
            </a:r>
          </a:p>
          <a:p>
            <a:r>
              <a:rPr lang="uk-UA" sz="2800" noProof="0" dirty="0"/>
              <a:t>3. Іспити при вступі (ЄВІ та ЄФВВ). Що це таке і як його добре скласти.</a:t>
            </a:r>
          </a:p>
          <a:p>
            <a:r>
              <a:rPr lang="uk-UA" sz="2800" noProof="0" dirty="0"/>
              <a:t>4. Підготовчі курси для здачі ЄВІ з іноземної мови.</a:t>
            </a:r>
          </a:p>
          <a:p>
            <a:r>
              <a:rPr lang="uk-UA" sz="2800" noProof="0" dirty="0"/>
              <a:t>5. Відповіді на будь-які ваші питання стосовно магістратури.</a:t>
            </a:r>
          </a:p>
          <a:p>
            <a:endParaRPr lang="uk-UA" sz="2800" noProof="0" dirty="0"/>
          </a:p>
          <a:p>
            <a:pPr algn="ctr"/>
            <a:r>
              <a:rPr lang="uk-UA" sz="2800" noProof="0" dirty="0"/>
              <a:t>*14 квітня 17.00*</a:t>
            </a:r>
          </a:p>
          <a:p>
            <a:endParaRPr lang="uk-UA" noProof="0" dirty="0"/>
          </a:p>
          <a:p>
            <a:r>
              <a:rPr lang="uk-UA" noProof="0" dirty="0"/>
              <a:t>Підключитися до конференції </a:t>
            </a:r>
            <a:r>
              <a:rPr lang="uk-UA" noProof="0" dirty="0" err="1"/>
              <a:t>Zoom</a:t>
            </a:r>
            <a:endParaRPr lang="uk-UA" noProof="0" dirty="0"/>
          </a:p>
          <a:p>
            <a:r>
              <a:rPr lang="uk-UA" noProof="0" dirty="0"/>
              <a:t>https://udhtu-ukr-education.zoom.us/j/5527193590?pwd=VlZXZG9YQXNGTzd1NnVsQkdZQ3ptQT09</a:t>
            </a:r>
          </a:p>
          <a:p>
            <a:endParaRPr lang="uk-UA" noProof="0" dirty="0"/>
          </a:p>
          <a:p>
            <a:r>
              <a:rPr lang="uk-UA" noProof="0" dirty="0"/>
              <a:t>Ідентифікатор конференції: 552 719 3590</a:t>
            </a:r>
          </a:p>
          <a:p>
            <a:r>
              <a:rPr lang="uk-UA" noProof="0" dirty="0"/>
              <a:t>Код доступу: 186503</a:t>
            </a:r>
          </a:p>
        </p:txBody>
      </p:sp>
    </p:spTree>
    <p:extLst>
      <p:ext uri="{BB962C8B-B14F-4D97-AF65-F5344CB8AC3E}">
        <p14:creationId xmlns:p14="http://schemas.microsoft.com/office/powerpoint/2010/main" val="1149564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702B1-18A4-1350-048C-93059F913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84F6A-5913-9B6B-C619-0822D39C5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620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746</TotalTime>
  <Words>274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Nataly Solo</cp:lastModifiedBy>
  <cp:revision>18</cp:revision>
  <dcterms:created xsi:type="dcterms:W3CDTF">2025-04-06T15:59:54Z</dcterms:created>
  <dcterms:modified xsi:type="dcterms:W3CDTF">2026-04-10T18:12:13Z</dcterms:modified>
</cp:coreProperties>
</file>