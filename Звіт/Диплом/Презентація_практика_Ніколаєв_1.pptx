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29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337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8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397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416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573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396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9795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80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45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50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04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1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Розробка та програмна реалізація алгоритму оптимізації розподілу вантажів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транспортній мережі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Переддипломна виробнича практика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Ніколаєв </a:t>
            </a: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Т. О.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ru-UA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</a:t>
            </a:r>
            <a:r>
              <a:rPr lang="uk-UA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івник: </a:t>
            </a: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</a:t>
            </a: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енцов Д. Г.</a:t>
            </a:r>
            <a:r>
              <a:rPr lang="uk-UA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Група: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4-КН-22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УДУНТ · ННІ УДХТУ · Кафедра інформаційних систем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Об'єкт, предмет та мета роботи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280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99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Об'єкт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554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розподілу та доставки вантажів у мультимодальній транспортній мережі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377440"/>
            <a:ext cx="73152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560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6791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Предмет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37360" y="2834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Математичні моделі та ев</a:t>
            </a:r>
            <a:r>
              <a:rPr lang="uk-UA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ристичні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алгоритми маршрутизації транспортних засобів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657600"/>
            <a:ext cx="73152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8404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9593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3736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та програмна реалізація алгоритму оптимізації маршрутів доставки для мінімізації сумарного часу переїздів та кількості задіяних ТЗ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 графів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38328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0"/>
          <p:cNvSpPr/>
          <p:nvPr/>
        </p:nvSpPr>
        <p:spPr>
          <a:xfrm>
            <a:off x="338328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Математичне моделювання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4892040"/>
            <a:ext cx="256032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2"/>
          <p:cNvSpPr/>
          <p:nvPr/>
        </p:nvSpPr>
        <p:spPr>
          <a:xfrm>
            <a:off x="6217920" y="4892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Генетичні алгоритми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Актуальність дослідження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Економічна ефективність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на логістику — до 17% вартості доставки. Оптимізація маршрутів дає значну економію палива та ресурсів.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Динамічність середовища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Часові вікна (VRPTW), обмеження вантажності, затори — потрібна адаптація в реальному часі.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310896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459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Алгоритми оптимізації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0" y="3108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Класичні евристики застрягають у локальних оптимумах. 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Генетичні алгоритми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ефективно досліджують простір NP-складних задач.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належить до NP-складних задач — точне розв'язання неможливе за прийнятний час для реальних масштабів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Завдання роботи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Вивчити предметну область, структуру та принципи функціонування об'єкта дослідження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аналіз сучасних підходів та аналогів програмних продуктів для вирішення задач маршрутизації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Формалізувати транспортну мережу як мультимодальний зважений орієнтований граф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математичну модель задачі оптимізації з урахуванням обмежень місткості та часових вікон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794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програмний модуль на основі розробленої моделі та провести його тестування на реальних даних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3600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45720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значення: автоматизована побудова маршрутів для логістичних компаній — скорочення витрат та підвищення якості обслуговування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Постановка задачі 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Цільова функція.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Мінімізація сумарних витрат: час переїздів + кількість задіяних </a:t>
            </a:r>
            <a:r>
              <a:rPr lang="uk-UA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транспортних засобів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45474" y="1325880"/>
            <a:ext cx="6400800" cy="2220686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54656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Обмеження моделі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050792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Місткість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Сумарна вага вантажів у кожному ТЗ ≤ ліміт Q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37997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79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4352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Часові вікна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94560" y="43525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Прибуття у вузол i в межах [eᵢ, lᵢ]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60120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Зв'язність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94560" y="4681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клієнт відвіданий рівно один раз</a:t>
            </a:r>
            <a:endParaRPr lang="en-US" sz="1100" dirty="0"/>
          </a:p>
        </p:txBody>
      </p:sp>
      <p:pic>
        <p:nvPicPr>
          <p:cNvPr id="28" name="Picture 2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CF248F8-40D1-979F-1AF3-0E498B8D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514" y="1406415"/>
            <a:ext cx="5812971" cy="2045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Проєктування системи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Об'єктно-орієнтований підхід (Python) · CASE-засіб PlantUML · Стандарти UML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класів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(Streamlit) — центральний контролер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GraphBuilder — побудова графа з OSMnx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VRPSolver — генетичний алгоритм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DeliveryStop, Vehicle, LegInfo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PackageDB — база замовлень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Геокодування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мережі OSM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Прив'язка точок до вузлів графа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матриць часових витрат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Оптимізація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uk-UA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Генетичний алгоритм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та візуалізація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8046720" cy="36576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2402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9319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6235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3152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класів системи</a:t>
            </a:r>
            <a:endParaRPr lang="en-US" sz="2200" dirty="0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AC378694-C6AA-1DC5-7D4C-AD5EC276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551"/>
            <a:ext cx="9144000" cy="4128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 — Частина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Ініціалізація, отримання вхідних даних та запуск оптимізації</a:t>
            </a:r>
            <a:endParaRPr lang="en-US" sz="1200" dirty="0"/>
          </a:p>
        </p:txBody>
      </p:sp>
      <p:pic>
        <p:nvPicPr>
          <p:cNvPr id="5" name="Picture 4" descr="A black screen with white lines and text&#10;&#10;AI-generated content may be incorrect.">
            <a:extLst>
              <a:ext uri="{FF2B5EF4-FFF2-40B4-BE49-F238E27FC236}">
                <a16:creationId xmlns:a16="http://schemas.microsoft.com/office/drawing/2014/main" id="{2285AB37-1AF3-44A7-D268-8302FF91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578" y="816829"/>
            <a:ext cx="5764844" cy="4326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Діаграма послідовностей — Частина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Оптимізація маршруту та відображення результатів</a:t>
            </a:r>
            <a:endParaRPr lang="en-US" sz="1200" dirty="0"/>
          </a:p>
        </p:txBody>
      </p:sp>
      <p:pic>
        <p:nvPicPr>
          <p:cNvPr id="5" name="Picture 4" descr="A black screen with white lines and blue rectangles&#10;&#10;AI-generated content may be incorrect.">
            <a:extLst>
              <a:ext uri="{FF2B5EF4-FFF2-40B4-BE49-F238E27FC236}">
                <a16:creationId xmlns:a16="http://schemas.microsoft.com/office/drawing/2014/main" id="{9B003E24-A379-6A61-7E30-AD5F94842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809" y="731520"/>
            <a:ext cx="5566382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Генетичний алгоритм: етапи роботи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83080" y="960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хромосом: 1 жадібна (найбл. сусід) + 49 випадкових. Кодування: giant tour.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Декодування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960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Split-декодер: хромосома → фізичні маршрути ТЗ з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перевіркою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09728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286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A·T_total + B·K + P·|U| — штраф за нерозподілених клієнтів.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Селекція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2860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Турнірний метод (k=3) + елітизм (2 найкращі копіюються без змін).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Схрещування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611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 crossover (85%) — сегмент від батька 1, решта від батька 2 по порядку.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109728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611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Мутація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mutation (15%) — обмін двох випадкових генів для різноманіття.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поколінь → найкраща хромосома → візуалізація маршрутів на карті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системи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(Streamlit)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Центральний контролер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GraphBuilder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005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VRPSolver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Генетичний алгоритм (GA)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DeliveryStop, Vehicle,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LegInfo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8328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9718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69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PackageDB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6118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замовлень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29718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29718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4652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Інтерактивна карта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метрики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Інформаційне забезпечення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Транспортна мережа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Матриці відстаней та часових витрат між вузлами графа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Транспортні засоби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Місткість, швидкість, графік роботи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046720" cy="77724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Замовлення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Координати, </a:t>
            </a:r>
            <a:r>
              <a:rPr lang="uk-UA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вага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вантажу, часові вікна клієнтів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Зберігання</a:t>
            </a: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uk-UA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JSON, CSV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Технологічний стек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Висновки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7768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Формалізовано транспортну мережу як мультимодальний зважений орієнтований граф G=(V,E,Φ,Ψ)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0920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математичну модель VRPTW з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обмеженнями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місткості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часових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віко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540727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генетичний алгоритм: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популяція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</a:t>
            </a:r>
            <a:r>
              <a:rPr lang="uk-UA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або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150 поколінь, OX crossover (85%), swap mutation (15%)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2689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модульну архітектуру з використанням ООП та UML (діаграми класів, послідовностей)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0005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значення: автоматизація побудови маршрутів для логістичних компаній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Дякую за увагу!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511</TotalTime>
  <Words>700</Words>
  <Application>Microsoft Office PowerPoint</Application>
  <PresentationFormat>On-screen Show (16:9)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Trebuchet MS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Оптимізація розподілу вантажів у транспортній мережі</dc:title>
  <dc:subject>PptxGenJS Presentation</dc:subject>
  <dc:creator>Тимур Ніколаєв</dc:creator>
  <cp:lastModifiedBy>Tymur Nikolaiev</cp:lastModifiedBy>
  <cp:revision>54</cp:revision>
  <dcterms:created xsi:type="dcterms:W3CDTF">2026-05-05T16:48:57Z</dcterms:created>
  <dcterms:modified xsi:type="dcterms:W3CDTF">2026-05-08T13:46:23Z</dcterms:modified>
</cp:coreProperties>
</file>