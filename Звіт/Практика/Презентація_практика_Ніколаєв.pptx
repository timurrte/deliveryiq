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748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Розробка та програмна реалізація алгоритму оптимізації розподілу вантажів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 транспортній мережі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Переддипломна виробнича практика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Ніколаєв Тимур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Група: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4-КН-22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УДУНТ · ННІ УДХТУ · Кафедра інформаційних систем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Актуальність дослідження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1089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45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Економічна ефективність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Витрати на логістику — до 17% вартості доставки. Оптимізація маршрутів дає значну економію палива та ресурсів.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560320" cy="31089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463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Динамічність середовища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Часові вікна (VRPTW), обмеження вантажності, затори — потрібна адаптація в реальному часі.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560320" cy="31089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40880" y="1463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459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Генетичні алгоритми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0080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Класичні евристики застрягають у локальних оптимумах. GA ефективно досліджують простір NP-складних задач.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належить до NP-складних задач — точне розв'язання неможливе за прийнятний час для реальних масштабів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Мета та завдання роботи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51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Мета: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та програмна реалізація алгоритму оптимізації маршрутів доставки для мінімізації сумарного часу переїздів та кількості задіяних транспортних засобів.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860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240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Вивчити предметну область та принципи функціонування об'єкта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4912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6791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аналіз підходів та аналогів програмних продуктів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63824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11810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Формалізувати мережу як мультимодальний зважений граф</a:t>
            </a:r>
            <a:endParaRPr lang="en-US" sz="1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02736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55701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математичну модель з обмеженнями місткості та часових вікон</a:t>
            </a:r>
            <a:endParaRPr lang="en-US" sz="12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41648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9959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програмний модуль та провести тестування</a:t>
            </a:r>
            <a:endParaRPr lang="en-US" sz="1250" dirty="0"/>
          </a:p>
        </p:txBody>
      </p:sp>
      <p:sp>
        <p:nvSpPr>
          <p:cNvPr id="16" name="Shape 8"/>
          <p:cNvSpPr/>
          <p:nvPr/>
        </p:nvSpPr>
        <p:spPr>
          <a:xfrm>
            <a:off x="548640" y="4572000"/>
            <a:ext cx="38404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9"/>
          <p:cNvSpPr/>
          <p:nvPr/>
        </p:nvSpPr>
        <p:spPr>
          <a:xfrm>
            <a:off x="685800" y="4572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Об'єкт: розподіл вантажів у мультимодальній мережі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4572000" y="4572000"/>
            <a:ext cx="402336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1"/>
          <p:cNvSpPr/>
          <p:nvPr/>
        </p:nvSpPr>
        <p:spPr>
          <a:xfrm>
            <a:off x="4709160" y="4572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Предмет: моделі та алгоритми маршрутизації ТЗ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Математична модель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164592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Мультимодальний граф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645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(V, E, Φ, Ψ)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— вузли (хаби, точки доставки)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ребра (транспортні коридори)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Φ, Ψ — атрибути вузлів та ребер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Цільова функція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83480" y="1645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A·Σ tᵢⱼ·xᵢⱼₖ + B·Σ yₖ → min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— вагові коефіцієнти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tᵢⱼ — час між вузлами i та j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xᵢⱼₖ, yₖ — бінарні змінні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Обмеження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3474720"/>
            <a:ext cx="228600" cy="2286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0584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Місткість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60320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dⱼ · xᵢⱼₖ ≤ Q   — вага вантажів ≤ ліміт ТЗ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886200"/>
            <a:ext cx="228600" cy="2286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3886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0584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Часові вікна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56032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eᵢ ≤ arrivalᵢ ≤ lᵢ   — прибуття в дозволений інтервал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4297680"/>
            <a:ext cx="228600" cy="2286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" y="4297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05840" y="4251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Зв'язність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560320" y="4251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xᵢⱼₖ = 1   — кожен клієнт відвіданий рівно 1 раз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" y="4709160"/>
            <a:ext cx="228600" cy="2286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4709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05840" y="4663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MTZ підцикли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560320" y="4663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uᵢ − uⱼ + n·xᵢⱼ ≤ n−1   — елімінація підциклів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Архітектура системи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2560320" cy="54864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(Streamlit)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Центральний контролер UI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05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00584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GraphBuilder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 графа з OSMnx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005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0584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80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VRPSolver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4652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Генетичний алгоритм (GA)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50, Gen: 150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297180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461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DeliveryStop, Vehicle,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LegInfo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38328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83280" y="297180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461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6908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PackageDB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61188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замовлень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CSV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1792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29718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4612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037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Visualizer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44652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Інтерактивна карта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метрики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Генетичний алгоритм: етапи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83080" y="10058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хромосом: 1 жадібна + 49 випадкових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10972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Декодування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10058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Split-декодер: хромосома → маршрути ТЗ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0972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3317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A·T + B·K + P·|U|  (штраф за пропуски)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331720"/>
            <a:ext cx="109728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Селекція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23317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Турнір (k=3) + елітизм (top 2)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09728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Схрещування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36576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 crossover, ймовірність 85%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109728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46320" y="4251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Мутація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36576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mutation, ймовірність 15%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поколінь → найкраща хромосома → візуалізація маршрутів на карті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Інформаційне забезпечення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Транспортна мережа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Матриці відстаней та часових витрат між вузлами графа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73152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Транспортні засоби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Місткість, швидкість, графік роботи, часові вікна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8046720" cy="77724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8036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Замовлення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Координати, обсяг вантажу, часові вікна клієнтів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947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Зберігання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CSV — швидкий доступ, гнучке редагування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Технологічний стек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224028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JSON/CSV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Висновки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887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Формалізовано транспортну мережу як мультимодальний зважений орієнтований граф з атрибутами вузлів та ребер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920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математичну модель VRPTW з обмеженнями місткості, часових вікон та елімінацією підциклів (MTZ)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74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6517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генетичний алгоритм: популяція 50, 150 поколінь, OX crossover (85%), swap mutation (15%)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3832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Спроєктовано модульну архітектуру: GraphBuilder, VRPSolver, PackageDB, Visualizer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4114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значення: автоматизація побудови маршрутів для логістичних компаній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Дякую за увагу!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579</Words>
  <Application>Microsoft Office PowerPoint</Application>
  <PresentationFormat>On-screen Show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Оптимізація розподілу вантажів у транспортній мережі</dc:title>
  <dc:subject>PptxGenJS Presentation</dc:subject>
  <dc:creator>Тимур Ніколаєв</dc:creator>
  <cp:lastModifiedBy>Tymur Nikolaiev</cp:lastModifiedBy>
  <cp:revision>1</cp:revision>
  <dcterms:created xsi:type="dcterms:W3CDTF">2026-05-05T16:35:45Z</dcterms:created>
  <dcterms:modified xsi:type="dcterms:W3CDTF">2026-05-05T16:46:10Z</dcterms:modified>
</cp:coreProperties>
</file>